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24"/>
  </p:normalViewPr>
  <p:slideViewPr>
    <p:cSldViewPr snapToGrid="0">
      <p:cViewPr>
        <p:scale>
          <a:sx n="147" d="100"/>
          <a:sy n="147" d="100"/>
        </p:scale>
        <p:origin x="-347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0CB10-0729-0093-8EEA-5833482EA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7A8831-F0E8-4572-A3E4-3B66CB66C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D56A7-3AB4-E890-2C00-43419A03B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6E431-0D19-014D-A64D-E632772B5434}" type="datetimeFigureOut">
              <a:rPr lang="en-TH" smtClean="0"/>
              <a:t>25/2/2026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22F5B-06F1-18FF-93B6-AA5655054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BA2FF-3707-3D05-A510-A0C7D3767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1CC0-91CE-594B-935E-6E05C3EE4C1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23441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9FC4A-13A6-D333-5BDE-9DA7202A9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02F78-09C0-841B-C02B-58F04FD0B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AACAC-B69D-4DBD-3FB3-4C38A83DD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6E431-0D19-014D-A64D-E632772B5434}" type="datetimeFigureOut">
              <a:rPr lang="en-TH" smtClean="0"/>
              <a:t>25/2/2026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D4508-E751-49C4-F755-F424BB73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1CBEE-5AAD-4EF1-91E2-F3843BEDA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1CC0-91CE-594B-935E-6E05C3EE4C1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914204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B44D0-63FF-B9A9-1E18-628EF1D35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4865A-0949-B267-CA06-3CEA9178E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7D460-547A-3B92-3BD4-6584F79F4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6E431-0D19-014D-A64D-E632772B5434}" type="datetimeFigureOut">
              <a:rPr lang="en-TH" smtClean="0"/>
              <a:t>25/2/2026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590CE-726B-64A0-46E8-88DF7AB6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0CEE1-ED92-7035-8603-70D516BE2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1CC0-91CE-594B-935E-6E05C3EE4C1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306076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9F0C9-AD6F-0B4F-7A8D-48D4CF4CA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153F2-0BD4-AA22-070C-7EF935CD0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FAF06F-B5B5-B594-EB1B-E7F3EE139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F9B092-F0A3-5BBF-A7CB-76A92B32B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6E431-0D19-014D-A64D-E632772B5434}" type="datetimeFigureOut">
              <a:rPr lang="en-TH" smtClean="0"/>
              <a:t>25/2/2026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C7BEE-600A-33ED-04F9-85A01A914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E6A90-00A8-1575-A949-6C22850A2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1CC0-91CE-594B-935E-6E05C3EE4C1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65735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05BE9-F1C8-BC38-41F8-8E624DDE9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EE3A2-00BE-203E-F237-E6C824582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697E1-C90B-5919-0584-D4744F469F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9D867D-6F9F-68A4-7C34-78FDD94903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276A50-1C5F-9170-DD02-F1F7D7F460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2216B3-BE15-0928-12A8-B6C1E3BB4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6E431-0D19-014D-A64D-E632772B5434}" type="datetimeFigureOut">
              <a:rPr lang="en-TH" smtClean="0"/>
              <a:t>25/2/2026 R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0555D9-494C-AA42-5E3F-9047033AD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3FCF7E-D21C-54A2-A278-9B1AB2740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1CC0-91CE-594B-935E-6E05C3EE4C1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018932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AE8A6-B072-03EB-CA21-4970D259B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BEC1C7-0232-146B-3C74-D606622EA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6E431-0D19-014D-A64D-E632772B5434}" type="datetimeFigureOut">
              <a:rPr lang="en-TH" smtClean="0"/>
              <a:t>25/2/2026 R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E7666-047D-5A0C-192C-05A55B99D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050A6-2B67-7C86-E387-585DD598F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1CC0-91CE-594B-935E-6E05C3EE4C1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436050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6C84E7-6843-385C-1934-E06AAA74C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6E431-0D19-014D-A64D-E632772B5434}" type="datetimeFigureOut">
              <a:rPr lang="en-TH" smtClean="0"/>
              <a:t>25/2/2026 R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5B7A34-D31C-F67E-7E5E-6ED4D571A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A2AF3D-B829-7A27-945F-3501D707A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1CC0-91CE-594B-935E-6E05C3EE4C1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175181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88CCE-6C70-F653-88DD-8BF42100B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3D3BB-77AE-B7ED-3C16-B1EAC1051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162272-CC47-956B-126B-458B35B90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B3EF4-CCE6-7DDB-1297-19070C9D2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6E431-0D19-014D-A64D-E632772B5434}" type="datetimeFigureOut">
              <a:rPr lang="en-TH" smtClean="0"/>
              <a:t>25/2/2026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A8330-FB99-0E14-29B7-77502373F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8ED70-7DF0-9E35-E38B-E0F95C539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1CC0-91CE-594B-935E-6E05C3EE4C1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399656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A77D2-5ADF-1A3A-9CD3-728A31C11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35C768-CD57-18E7-92CA-724387F53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E3FF8-F888-E861-15B6-48AB53405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00639-8F76-C1AB-32EC-E10DA9A7D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6E431-0D19-014D-A64D-E632772B5434}" type="datetimeFigureOut">
              <a:rPr lang="en-TH" smtClean="0"/>
              <a:t>25/2/2026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4035E1-483D-398A-4C37-2BE81E379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8FDAF-0CA1-9877-9857-2025F153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1CC0-91CE-594B-935E-6E05C3EE4C1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700098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A644D-56DA-D8EE-3499-F25EF0FC6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EC9CA1-3DE6-B612-44AC-9A2834CDE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91E38-438A-413C-D71D-2FF33DECA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6E431-0D19-014D-A64D-E632772B5434}" type="datetimeFigureOut">
              <a:rPr lang="en-TH" smtClean="0"/>
              <a:t>25/2/2026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96D05-8A27-6BEE-C479-E520D63F1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958E1-A2A9-4F76-3743-3B024BCD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1CC0-91CE-594B-935E-6E05C3EE4C1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520463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E49938-EACE-31C6-7A82-D1B392A582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190B4E-6EA8-E16A-0D00-4653F7F08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77102-1FC5-BF00-2362-DDCE8B21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6E431-0D19-014D-A64D-E632772B5434}" type="datetimeFigureOut">
              <a:rPr lang="en-TH" smtClean="0"/>
              <a:t>25/2/2026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EE5B1-AD7A-4B68-ABA9-E1D19192E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9CB61-D756-7CFF-2EBC-5CD5411C5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91CC0-91CE-594B-935E-6E05C3EE4C1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487914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9A8EC8-8D02-9EA6-4CAF-03CE30D7A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82A2A-AC4D-74AF-1D61-1F41330B9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0DBF8-4243-A2AE-96F3-C61096E93C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B6E431-0D19-014D-A64D-E632772B5434}" type="datetimeFigureOut">
              <a:rPr lang="en-TH" smtClean="0"/>
              <a:t>25/2/2026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96510-37F2-5E15-0A14-C0BBC04382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AB3E9-DBAD-61EE-308C-45C76E694A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891CC0-91CE-594B-935E-6E05C3EE4C1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536610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17">
            <a:extLst>
              <a:ext uri="{FF2B5EF4-FFF2-40B4-BE49-F238E27FC236}">
                <a16:creationId xmlns:a16="http://schemas.microsoft.com/office/drawing/2014/main" id="{BD7AA4DC-8308-A436-81EB-1BFD2747C0D4}"/>
              </a:ext>
            </a:extLst>
          </p:cNvPr>
          <p:cNvSpPr/>
          <p:nvPr/>
        </p:nvSpPr>
        <p:spPr>
          <a:xfrm>
            <a:off x="8913295" y="2929599"/>
            <a:ext cx="583358" cy="6189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DC391A-21F3-0E08-4FD9-C5BCC8DF56F0}"/>
              </a:ext>
            </a:extLst>
          </p:cNvPr>
          <p:cNvSpPr/>
          <p:nvPr/>
        </p:nvSpPr>
        <p:spPr>
          <a:xfrm>
            <a:off x="4524973" y="2936631"/>
            <a:ext cx="583358" cy="618982"/>
          </a:xfrm>
          <a:prstGeom prst="ellipse">
            <a:avLst/>
          </a:prstGeom>
          <a:gradFill flip="none" rotWithShape="1">
            <a:gsLst>
              <a:gs pos="30000">
                <a:schemeClr val="tx1">
                  <a:lumMod val="50000"/>
                  <a:lumOff val="50000"/>
                </a:schemeClr>
              </a:gs>
              <a:gs pos="0">
                <a:srgbClr val="FFFF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FAAAEB1-ADD5-019F-905C-E8DC6A38CE0D}"/>
              </a:ext>
            </a:extLst>
          </p:cNvPr>
          <p:cNvSpPr/>
          <p:nvPr/>
        </p:nvSpPr>
        <p:spPr>
          <a:xfrm>
            <a:off x="2855760" y="2919046"/>
            <a:ext cx="583358" cy="618982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AE2EBFE-E26F-F4F7-D611-00A0FD2E0831}"/>
              </a:ext>
            </a:extLst>
          </p:cNvPr>
          <p:cNvSpPr/>
          <p:nvPr/>
        </p:nvSpPr>
        <p:spPr>
          <a:xfrm>
            <a:off x="6031108" y="2919046"/>
            <a:ext cx="583358" cy="618982"/>
          </a:xfrm>
          <a:prstGeom prst="ellipse">
            <a:avLst/>
          </a:prstGeom>
          <a:gradFill flip="none" rotWithShape="1">
            <a:gsLst>
              <a:gs pos="57000">
                <a:schemeClr val="tx1">
                  <a:lumMod val="50000"/>
                  <a:lumOff val="50000"/>
                </a:schemeClr>
              </a:gs>
              <a:gs pos="0">
                <a:srgbClr val="FFFF0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9F1EB96-43D4-C4A4-6CF8-D76AC7F283B9}"/>
              </a:ext>
            </a:extLst>
          </p:cNvPr>
          <p:cNvSpPr/>
          <p:nvPr/>
        </p:nvSpPr>
        <p:spPr>
          <a:xfrm>
            <a:off x="7530053" y="2929599"/>
            <a:ext cx="583358" cy="618982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pic>
        <p:nvPicPr>
          <p:cNvPr id="7" name="Graphic 6" descr="Lightbulb with solid fill">
            <a:extLst>
              <a:ext uri="{FF2B5EF4-FFF2-40B4-BE49-F238E27FC236}">
                <a16:creationId xmlns:a16="http://schemas.microsoft.com/office/drawing/2014/main" id="{233CDC25-ECFB-FC19-B3F7-2E7282380A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36371" y="2817585"/>
            <a:ext cx="1222829" cy="1222829"/>
          </a:xfrm>
          <a:prstGeom prst="rect">
            <a:avLst/>
          </a:prstGeom>
        </p:spPr>
      </p:pic>
      <p:pic>
        <p:nvPicPr>
          <p:cNvPr id="8" name="Graphic 7" descr="Lightbulb with solid fill">
            <a:extLst>
              <a:ext uri="{FF2B5EF4-FFF2-40B4-BE49-F238E27FC236}">
                <a16:creationId xmlns:a16="http://schemas.microsoft.com/office/drawing/2014/main" id="{60C8DC1E-29F4-E15B-64BE-089A7DA6C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2776" y="2817583"/>
            <a:ext cx="1222829" cy="1222829"/>
          </a:xfrm>
          <a:prstGeom prst="rect">
            <a:avLst/>
          </a:prstGeom>
        </p:spPr>
      </p:pic>
      <p:pic>
        <p:nvPicPr>
          <p:cNvPr id="9" name="Graphic 8" descr="Lightbulb with solid fill">
            <a:extLst>
              <a:ext uri="{FF2B5EF4-FFF2-40B4-BE49-F238E27FC236}">
                <a16:creationId xmlns:a16="http://schemas.microsoft.com/office/drawing/2014/main" id="{23416A04-D80F-C039-D82F-2881B941DC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1373" y="2817583"/>
            <a:ext cx="1222829" cy="1222829"/>
          </a:xfrm>
          <a:prstGeom prst="rect">
            <a:avLst/>
          </a:prstGeom>
        </p:spPr>
      </p:pic>
      <p:pic>
        <p:nvPicPr>
          <p:cNvPr id="10" name="Graphic 9" descr="Lightbulb with solid fill">
            <a:extLst>
              <a:ext uri="{FF2B5EF4-FFF2-40B4-BE49-F238E27FC236}">
                <a16:creationId xmlns:a16="http://schemas.microsoft.com/office/drawing/2014/main" id="{07FCE068-3E9D-957C-D13F-8606A0843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9970" y="2817583"/>
            <a:ext cx="1222829" cy="1222829"/>
          </a:xfrm>
          <a:prstGeom prst="rect">
            <a:avLst/>
          </a:prstGeom>
        </p:spPr>
      </p:pic>
      <p:pic>
        <p:nvPicPr>
          <p:cNvPr id="11" name="Graphic 10" descr="Lightbulb with solid fill">
            <a:extLst>
              <a:ext uri="{FF2B5EF4-FFF2-40B4-BE49-F238E27FC236}">
                <a16:creationId xmlns:a16="http://schemas.microsoft.com/office/drawing/2014/main" id="{2C04BF84-4B36-E518-FF3C-9C5CD5E8E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96084" y="2817582"/>
            <a:ext cx="1222829" cy="1222829"/>
          </a:xfrm>
          <a:prstGeom prst="rect">
            <a:avLst/>
          </a:prstGeom>
        </p:spPr>
      </p:pic>
      <p:sp>
        <p:nvSpPr>
          <p:cNvPr id="12" name="Lightning Bolt 11">
            <a:extLst>
              <a:ext uri="{FF2B5EF4-FFF2-40B4-BE49-F238E27FC236}">
                <a16:creationId xmlns:a16="http://schemas.microsoft.com/office/drawing/2014/main" id="{7A266E7B-B91D-AEED-B250-C3894C076E13}"/>
              </a:ext>
            </a:extLst>
          </p:cNvPr>
          <p:cNvSpPr/>
          <p:nvPr/>
        </p:nvSpPr>
        <p:spPr>
          <a:xfrm>
            <a:off x="9049236" y="2945423"/>
            <a:ext cx="316523" cy="369277"/>
          </a:xfrm>
          <a:prstGeom prst="lightningBol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13" name="Lightning Bolt 12">
            <a:extLst>
              <a:ext uri="{FF2B5EF4-FFF2-40B4-BE49-F238E27FC236}">
                <a16:creationId xmlns:a16="http://schemas.microsoft.com/office/drawing/2014/main" id="{F46EFC6C-49D8-F171-9CEE-F75C960307A2}"/>
              </a:ext>
            </a:extLst>
          </p:cNvPr>
          <p:cNvSpPr/>
          <p:nvPr/>
        </p:nvSpPr>
        <p:spPr>
          <a:xfrm rot="11988646">
            <a:off x="8966506" y="3152418"/>
            <a:ext cx="316523" cy="369277"/>
          </a:xfrm>
          <a:prstGeom prst="lightningBol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6322B2-7740-DFB8-7122-E014818B785E}"/>
              </a:ext>
            </a:extLst>
          </p:cNvPr>
          <p:cNvSpPr/>
          <p:nvPr/>
        </p:nvSpPr>
        <p:spPr>
          <a:xfrm>
            <a:off x="4187736" y="480395"/>
            <a:ext cx="1105942" cy="11059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FB0EF60-8FC0-7F54-5F83-8928C7D70C23}"/>
              </a:ext>
            </a:extLst>
          </p:cNvPr>
          <p:cNvSpPr/>
          <p:nvPr/>
        </p:nvSpPr>
        <p:spPr>
          <a:xfrm>
            <a:off x="4617614" y="910273"/>
            <a:ext cx="246185" cy="246185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58000">
                <a:schemeClr val="bg1">
                  <a:lumMod val="65000"/>
                </a:scheme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84C5619-2662-6929-AEB7-770A6E44ABBC}"/>
              </a:ext>
            </a:extLst>
          </p:cNvPr>
          <p:cNvSpPr/>
          <p:nvPr/>
        </p:nvSpPr>
        <p:spPr>
          <a:xfrm>
            <a:off x="4643677" y="533324"/>
            <a:ext cx="194058" cy="449608"/>
          </a:xfrm>
          <a:custGeom>
            <a:avLst/>
            <a:gdLst>
              <a:gd name="connsiteX0" fmla="*/ 0 w 246185"/>
              <a:gd name="connsiteY0" fmla="*/ 209230 h 418460"/>
              <a:gd name="connsiteX1" fmla="*/ 123093 w 246185"/>
              <a:gd name="connsiteY1" fmla="*/ 0 h 418460"/>
              <a:gd name="connsiteX2" fmla="*/ 246186 w 246185"/>
              <a:gd name="connsiteY2" fmla="*/ 209230 h 418460"/>
              <a:gd name="connsiteX3" fmla="*/ 123093 w 246185"/>
              <a:gd name="connsiteY3" fmla="*/ 418460 h 418460"/>
              <a:gd name="connsiteX4" fmla="*/ 0 w 246185"/>
              <a:gd name="connsiteY4" fmla="*/ 209230 h 418460"/>
              <a:gd name="connsiteX0" fmla="*/ 0 w 246186"/>
              <a:gd name="connsiteY0" fmla="*/ 209230 h 546051"/>
              <a:gd name="connsiteX1" fmla="*/ 123093 w 246186"/>
              <a:gd name="connsiteY1" fmla="*/ 0 h 546051"/>
              <a:gd name="connsiteX2" fmla="*/ 246186 w 246186"/>
              <a:gd name="connsiteY2" fmla="*/ 209230 h 546051"/>
              <a:gd name="connsiteX3" fmla="*/ 123093 w 246186"/>
              <a:gd name="connsiteY3" fmla="*/ 546051 h 546051"/>
              <a:gd name="connsiteX4" fmla="*/ 0 w 246186"/>
              <a:gd name="connsiteY4" fmla="*/ 209230 h 546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186" h="546051">
                <a:moveTo>
                  <a:pt x="0" y="209230"/>
                </a:moveTo>
                <a:cubicBezTo>
                  <a:pt x="0" y="118222"/>
                  <a:pt x="55111" y="0"/>
                  <a:pt x="123093" y="0"/>
                </a:cubicBezTo>
                <a:cubicBezTo>
                  <a:pt x="191075" y="0"/>
                  <a:pt x="246186" y="93675"/>
                  <a:pt x="246186" y="209230"/>
                </a:cubicBezTo>
                <a:cubicBezTo>
                  <a:pt x="246186" y="324785"/>
                  <a:pt x="191075" y="546051"/>
                  <a:pt x="123093" y="546051"/>
                </a:cubicBezTo>
                <a:cubicBezTo>
                  <a:pt x="55111" y="546051"/>
                  <a:pt x="0" y="300238"/>
                  <a:pt x="0" y="20923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58000">
                <a:schemeClr val="bg1">
                  <a:lumMod val="65000"/>
                </a:scheme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27" name="Oval 24">
            <a:extLst>
              <a:ext uri="{FF2B5EF4-FFF2-40B4-BE49-F238E27FC236}">
                <a16:creationId xmlns:a16="http://schemas.microsoft.com/office/drawing/2014/main" id="{ABF32C04-E6EA-1310-6069-659DBA05499A}"/>
              </a:ext>
            </a:extLst>
          </p:cNvPr>
          <p:cNvSpPr/>
          <p:nvPr/>
        </p:nvSpPr>
        <p:spPr>
          <a:xfrm rot="7684608">
            <a:off x="4854299" y="972986"/>
            <a:ext cx="194058" cy="449608"/>
          </a:xfrm>
          <a:custGeom>
            <a:avLst/>
            <a:gdLst>
              <a:gd name="connsiteX0" fmla="*/ 0 w 246185"/>
              <a:gd name="connsiteY0" fmla="*/ 209230 h 418460"/>
              <a:gd name="connsiteX1" fmla="*/ 123093 w 246185"/>
              <a:gd name="connsiteY1" fmla="*/ 0 h 418460"/>
              <a:gd name="connsiteX2" fmla="*/ 246186 w 246185"/>
              <a:gd name="connsiteY2" fmla="*/ 209230 h 418460"/>
              <a:gd name="connsiteX3" fmla="*/ 123093 w 246185"/>
              <a:gd name="connsiteY3" fmla="*/ 418460 h 418460"/>
              <a:gd name="connsiteX4" fmla="*/ 0 w 246185"/>
              <a:gd name="connsiteY4" fmla="*/ 209230 h 418460"/>
              <a:gd name="connsiteX0" fmla="*/ 0 w 246186"/>
              <a:gd name="connsiteY0" fmla="*/ 209230 h 546051"/>
              <a:gd name="connsiteX1" fmla="*/ 123093 w 246186"/>
              <a:gd name="connsiteY1" fmla="*/ 0 h 546051"/>
              <a:gd name="connsiteX2" fmla="*/ 246186 w 246186"/>
              <a:gd name="connsiteY2" fmla="*/ 209230 h 546051"/>
              <a:gd name="connsiteX3" fmla="*/ 123093 w 246186"/>
              <a:gd name="connsiteY3" fmla="*/ 546051 h 546051"/>
              <a:gd name="connsiteX4" fmla="*/ 0 w 246186"/>
              <a:gd name="connsiteY4" fmla="*/ 209230 h 546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186" h="546051">
                <a:moveTo>
                  <a:pt x="0" y="209230"/>
                </a:moveTo>
                <a:cubicBezTo>
                  <a:pt x="0" y="118222"/>
                  <a:pt x="55111" y="0"/>
                  <a:pt x="123093" y="0"/>
                </a:cubicBezTo>
                <a:cubicBezTo>
                  <a:pt x="191075" y="0"/>
                  <a:pt x="246186" y="93675"/>
                  <a:pt x="246186" y="209230"/>
                </a:cubicBezTo>
                <a:cubicBezTo>
                  <a:pt x="246186" y="324785"/>
                  <a:pt x="191075" y="546051"/>
                  <a:pt x="123093" y="546051"/>
                </a:cubicBezTo>
                <a:cubicBezTo>
                  <a:pt x="55111" y="546051"/>
                  <a:pt x="0" y="300238"/>
                  <a:pt x="0" y="20923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58000">
                <a:schemeClr val="bg1">
                  <a:lumMod val="65000"/>
                </a:scheme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28" name="Oval 24">
            <a:extLst>
              <a:ext uri="{FF2B5EF4-FFF2-40B4-BE49-F238E27FC236}">
                <a16:creationId xmlns:a16="http://schemas.microsoft.com/office/drawing/2014/main" id="{DE260FF4-9205-214C-E50A-D6FCC50F7EA2}"/>
              </a:ext>
            </a:extLst>
          </p:cNvPr>
          <p:cNvSpPr/>
          <p:nvPr/>
        </p:nvSpPr>
        <p:spPr>
          <a:xfrm rot="14358455">
            <a:off x="4417910" y="952647"/>
            <a:ext cx="194058" cy="449608"/>
          </a:xfrm>
          <a:custGeom>
            <a:avLst/>
            <a:gdLst>
              <a:gd name="connsiteX0" fmla="*/ 0 w 246185"/>
              <a:gd name="connsiteY0" fmla="*/ 209230 h 418460"/>
              <a:gd name="connsiteX1" fmla="*/ 123093 w 246185"/>
              <a:gd name="connsiteY1" fmla="*/ 0 h 418460"/>
              <a:gd name="connsiteX2" fmla="*/ 246186 w 246185"/>
              <a:gd name="connsiteY2" fmla="*/ 209230 h 418460"/>
              <a:gd name="connsiteX3" fmla="*/ 123093 w 246185"/>
              <a:gd name="connsiteY3" fmla="*/ 418460 h 418460"/>
              <a:gd name="connsiteX4" fmla="*/ 0 w 246185"/>
              <a:gd name="connsiteY4" fmla="*/ 209230 h 418460"/>
              <a:gd name="connsiteX0" fmla="*/ 0 w 246186"/>
              <a:gd name="connsiteY0" fmla="*/ 209230 h 546051"/>
              <a:gd name="connsiteX1" fmla="*/ 123093 w 246186"/>
              <a:gd name="connsiteY1" fmla="*/ 0 h 546051"/>
              <a:gd name="connsiteX2" fmla="*/ 246186 w 246186"/>
              <a:gd name="connsiteY2" fmla="*/ 209230 h 546051"/>
              <a:gd name="connsiteX3" fmla="*/ 123093 w 246186"/>
              <a:gd name="connsiteY3" fmla="*/ 546051 h 546051"/>
              <a:gd name="connsiteX4" fmla="*/ 0 w 246186"/>
              <a:gd name="connsiteY4" fmla="*/ 209230 h 546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186" h="546051">
                <a:moveTo>
                  <a:pt x="0" y="209230"/>
                </a:moveTo>
                <a:cubicBezTo>
                  <a:pt x="0" y="118222"/>
                  <a:pt x="55111" y="0"/>
                  <a:pt x="123093" y="0"/>
                </a:cubicBezTo>
                <a:cubicBezTo>
                  <a:pt x="191075" y="0"/>
                  <a:pt x="246186" y="93675"/>
                  <a:pt x="246186" y="209230"/>
                </a:cubicBezTo>
                <a:cubicBezTo>
                  <a:pt x="246186" y="324785"/>
                  <a:pt x="191075" y="546051"/>
                  <a:pt x="123093" y="546051"/>
                </a:cubicBezTo>
                <a:cubicBezTo>
                  <a:pt x="55111" y="546051"/>
                  <a:pt x="0" y="300238"/>
                  <a:pt x="0" y="20923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58000">
                <a:schemeClr val="bg1">
                  <a:lumMod val="65000"/>
                </a:scheme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E5447C8-B967-16CE-343F-0DD3F79B4C44}"/>
              </a:ext>
            </a:extLst>
          </p:cNvPr>
          <p:cNvSpPr/>
          <p:nvPr/>
        </p:nvSpPr>
        <p:spPr>
          <a:xfrm rot="5400000">
            <a:off x="4669741" y="963203"/>
            <a:ext cx="144949" cy="144949"/>
          </a:xfrm>
          <a:prstGeom prst="ellipse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58000">
                <a:schemeClr val="bg1">
                  <a:lumMod val="6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136125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Rathachai Chawuthai</dc:creator>
  <cp:lastModifiedBy>Rathachai Chawuthai</cp:lastModifiedBy>
  <cp:revision>2</cp:revision>
  <dcterms:created xsi:type="dcterms:W3CDTF">2026-02-25T08:08:29Z</dcterms:created>
  <dcterms:modified xsi:type="dcterms:W3CDTF">2026-02-25T10:12:31Z</dcterms:modified>
</cp:coreProperties>
</file>